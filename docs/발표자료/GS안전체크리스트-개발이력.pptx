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커밋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6B85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05-07</c:v>
                  </c:pt>
                  <c:pt idx="1">
                    <c:v>05-15</c:v>
                  </c:pt>
                  <c:pt idx="2">
                    <c:v>05-20</c:v>
                  </c:pt>
                  <c:pt idx="3">
                    <c:v>05-22</c:v>
                  </c:pt>
                  <c:pt idx="4">
                    <c:v>05-24</c:v>
                  </c:pt>
                  <c:pt idx="5">
                    <c:v>05-27</c:v>
                  </c:pt>
                  <c:pt idx="6">
                    <c:v>06-09</c:v>
                  </c:pt>
                  <c:pt idx="7">
                    <c:v>06-10</c:v>
                  </c:pt>
                  <c:pt idx="8">
                    <c:v>06-17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24</c:v>
                </c:pt>
                <c:pt idx="2">
                  <c:v>24</c:v>
                </c:pt>
                <c:pt idx="3">
                  <c:v>21</c:v>
                </c:pt>
                <c:pt idx="4">
                  <c:v>18</c:v>
                </c:pt>
                <c:pt idx="5">
                  <c:v>30</c:v>
                </c:pt>
                <c:pt idx="6">
                  <c:v>12</c:v>
                </c:pt>
                <c:pt idx="7">
                  <c:v>16</c:v>
                </c:pt>
                <c:pt idx="8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F6B85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0"/>
        <c:axPos val="l"/>
        <c:majorGridlines>
          <c:spPr>
            <a:ln w="12700" cap="flat">
              <a:solidFill>
                <a:srgbClr val="E6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 안전체크리스트 프로젝트의 전체 개발 이력을 커밋 단위로 정리한 발표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월별로는 5월 192건, 6월 60건, 7월 2건. 초기 2주에 개발이 집중되었고 이후 안정화 단계로 전환됩니다.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개발을 9단계로 구분했습니다. 5월은 기능 확장, 6월은 구조 개선과 안정화, 7월은 위험성평가 도입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커밋으로는 프로젝트 전체를 통틀어 가장 큰 변경입니다.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커밋의 22%가 이 4일에 집중되었습니다. 현장에서 실제로 쓰이는 기능 대부분이 이 시기에 완성됐습니다.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운영 중인 최신 버전입니다. 법정 위험성평가 체계를 앱 체크리스트에 그대로 반영했습니다.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2개월간 254개 커밋으로 현장에서 실제 운영 중인 안전관리 웹앱을 완성했습니다.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5120640" cy="5120640"/>
          </a:xfrm>
          <a:prstGeom prst="ellipse">
            <a:avLst/>
          </a:prstGeom>
          <a:solidFill>
            <a:srgbClr val="065A82">
              <a:alpha val="5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안전체크리스트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조선소 안전관리 웹앱 개발 이력 보고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254개 · 2026.05.07 ~ 2026.07.03 · v0.1 → v1.5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 spahdhkd-sketch / shipyard-checklist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 https://gs-safety-checklist.vercel.app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숫자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254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커밋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2026.05.07 ~ 07.03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536192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2736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릴리즈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→ v1.5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536192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143K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코드 라인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83.8K 라인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536192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08592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A7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계정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+ AI 협업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일자별 커밋 추이 (상위 작업일)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3675888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720840" y="3401568"/>
            <a:ext cx="48920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94944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작성자별 커밋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spahdhkd-sketch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98280" y="4018788"/>
            <a:ext cx="1828800" cy="137160"/>
          </a:xfrm>
          <a:prstGeom prst="roundRect">
            <a:avLst>
              <a:gd name="adj" fmla="val 4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18520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준혁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098280" y="4347972"/>
            <a:ext cx="899160" cy="137160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01852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4608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shipyard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098280" y="4677156"/>
            <a:ext cx="411480" cy="137160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018520" y="4608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098280" y="5006340"/>
            <a:ext cx="304800" cy="137160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018520" y="4937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5266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김준혁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098280" y="5335524"/>
            <a:ext cx="198120" cy="137160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1018520" y="5266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949440" y="5596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spahdhkd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098280" y="5664708"/>
            <a:ext cx="167640" cy="137160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018520" y="5596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949440" y="5925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· Claude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098280" y="5993892"/>
            <a:ext cx="109728" cy="137160"/>
          </a:xfrm>
          <a:prstGeom prst="roundRect">
            <a:avLst>
              <a:gd name="adj" fmla="val 58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18520" y="5925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타임라인 — 9단계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0391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05.07~08  ·  커밋 24건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4140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Supabase 초기 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572768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1773936"/>
            <a:ext cx="475488" cy="47548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정적앱 · 관리자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20391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05.14~15  ·  커밋 30건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24140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이슈/자재 워크플로, 관리자 모드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3296" y="1572768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1773936"/>
            <a:ext cx="475488" cy="47548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0536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0391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05.17~18  ·  커밋 7건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140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이력, redesign-v2 전면 개편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40156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기능 확장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3666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05.20~23  ·  커밋 56건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404164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안전서약 · 월간분석 · 작업준비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3200400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17136" y="340156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1713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93208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· 실시간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02352" y="3666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05.24~25  ·  커밋 25건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35424" y="404164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푸시, 준실시간 동기화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83296" y="3200400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84464" y="340156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4464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860536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품질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3666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05.26~29  ·  커밋 47건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404164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경계, RLS, 품질 하네스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828032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" y="50292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5010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안정화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335024" y="52943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06.06~12  ·  커밋 49건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" y="56692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분리, 다크모드, E2E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15968" y="4828032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17136" y="50292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17136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5093208" y="5010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재설계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102352" y="52943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06.17~18  ·  커밋 11건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35424" y="56692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마일스톤 · 자동 업데이트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83296" y="4828032"/>
            <a:ext cx="3529584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84464" y="502920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84464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860536" y="5010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도입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869680" y="52943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07.03  ·  커밋 2건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302752" y="56692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표준 · 안전표지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46120" cy="585216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144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2026.05.07 ~ 05.08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24건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611880"/>
            <a:ext cx="137160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프로토타입으로 개념을 검증한 뒤, 현장 배포성과 오프라인 대응을 위해 정적 웹앱 구조로 전환하기로 결정한 단계입니다.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착수 · 구조 확립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7e4d11c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96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파일 업로드 — 프로젝트 시작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225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b6f1403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07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App.jsx를 src/ 디렉터리로 이동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697762c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17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main.jsx를 src/ 디렉터리로 이동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8470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1156fee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클라이언트 연결 (supabase.js 생성)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1579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bd3519e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39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스타일 index.css 신규 구축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2468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c4c859c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4505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유틸 모듈 utils.ts 추가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27797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7b0c975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761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src/lib 디렉터리 정리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41648" y="30906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ecb824f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0723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App.jsx 화면 골격 반복 개선 (총 12회 커밋)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41648" y="34015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d458701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383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구조 정리 — 정적 앱 전환 준비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3968496"/>
            <a:ext cx="7635240" cy="1572768"/>
          </a:xfrm>
          <a:prstGeom prst="roundRect">
            <a:avLst>
              <a:gd name="adj" fmla="val 5814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15968" y="41513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웹앱으로 전환한 이유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449884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스마트폰에서 설치 없이 즉시 접속 — 앱스토어 배포 절차 불필요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서비스워커 캐시로 조선소 내 통신 불안정 구간에서도 점검 화면 유지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산출물이 단순해 Vercel 정적 배포·롤백이 빠름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041648" y="5870448"/>
            <a:ext cx="7635240" cy="512064"/>
          </a:xfrm>
          <a:prstGeom prst="roundRect">
            <a:avLst>
              <a:gd name="adj" fmla="val 14286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58704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안전점검 화면의 데이터 모델과 Supabase 연동 방식 확정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46120" cy="585216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144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정적앱 · 이슈 워크플로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2026.05.14 ~ 05.15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30건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611880"/>
            <a:ext cx="137160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앱으로 전면 전환하고, 불안전 상태 신고와 자재 이슈라는 새로운 업무 도메인을 추가했습니다.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기반 · 체크리스트 고도화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3ef5030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96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프로젝트 파일 전면 업로드 (구조 전환)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225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a9ba5d1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07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프로덕션 배포 문서화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a6bda37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17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공구(도구) 기반 체크리스트 필터링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8470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b9dd49e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기반 관리자 모드 전환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1579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1dfc9f8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39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관리 편집기 접이식(collapse) UI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26151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 이슈 · 자재 워크플로 신설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41648" y="29626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cc92fa8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이슈·자재 상세화면 설계 문서 작성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0727144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552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화면 이슈/자재 메뉴 카드 + 목업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35844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c92f5cf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자재 워크플로 구현 (11파일, +1,252라인)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41648" y="38953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7848709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77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사진 스토리지 정책 + CSP 허용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0c6696a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1879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 이슈 상세 화면 추가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4517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2961c6b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4988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화면과 불안전 건수 연동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48280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10a74ab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8097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미검토 이슈 발생 시 통계 카드 강조·점멸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41648" y="5870448"/>
            <a:ext cx="7635240" cy="512064"/>
          </a:xfrm>
          <a:prstGeom prst="roundRect">
            <a:avLst>
              <a:gd name="adj" fmla="val 14286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24528" y="58704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점검 중심 앱에서 이슈·자재까지 다루는 현장 안전관리 앱으로 확장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 · 모바일 UX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2026.05.17 ~ 05.18   ·   커밋 7건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938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이력 타임라인 도입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130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상태 변경 이력을 시간순으로 추적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77af4c9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0662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체크리스트 사용성 개선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2907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스마트폰 사용 환경 최적화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4494f78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48386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디자인 시스템 정비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16152" y="3685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색상·간격·컴포넌트 규칙 통일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529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1fba9ce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26110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187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모바일 내비게이션 수정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16152" y="4462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화면의 모바일 접근성 확보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306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6a5e636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03834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07008" y="4965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조선소 일러스트 적용 (크롭)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16152" y="5239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정체성을 담은 비주얼 요소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5084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fb668c1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178308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973568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하이라이트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973568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redesign-v2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7973568" y="2971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</a:t>
            </a:r>
            <a:endParaRPr lang="en-US" sz="38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파일 변경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973568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+30,404 / −16,865 라인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973568" y="4206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8129417 — 전체 화면 레이아웃과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CSS·JS를 새 디자인 기준으로 전면 교체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기능 확장 — 최대 규모 단계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2026.05.20 ~ 05.23   ·   커밋 56건 (전체의 22%)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20824"/>
            <a:ext cx="182880" cy="1828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947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안전서약 (체크리스트 내장)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00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8e66c55  인라인 안전서약 설계 문서 작성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90386b2  인라인 안전서약 구현 계획 수립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ac2b16b  서명 이미지 캐싱 처리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1bcdeea  같은 날 서명 재사용 로직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8da2dca  안전서약 테스트 커버리지 확보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20824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47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작업자 분석 대시보드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500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741a567  월간 작업자 점검 분석 설계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c70e8f2 · 0a5e118 · 6acba03  범위 확장 · 공휴일 데이터 반영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2093d07  월간 작업자 분석 대시보드 구현 (+854라인)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b244d1c · 9f05e31  최근활동 행 단순화 · 모바일 대응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95f9f7a ~ 2bfb483  캘린더 카드 · 컬럼 배치 · 월 변경 강조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32511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251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작업준비(Work Prep) · 작업자 관리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5429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7032080  작업준비 등록 화면 신설 (+447라인)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63bb38c  작업자 직책(Position) 역할 추가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fe7f206  작업자 폴백 선택기 추가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c875af1  작업유형–공구 관리 통합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891f0ad  모바일에서 작업유형별 공구 제한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408736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4325112"/>
            <a:ext cx="182880" cy="182880"/>
          </a:xfrm>
          <a:prstGeom prst="ellipse">
            <a:avLst/>
          </a:prstGeom>
          <a:solidFill>
            <a:srgbClr val="9A7500"/>
          </a:solidFill>
          <a:ln w="12700">
            <a:solidFill>
              <a:srgbClr val="9A75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4251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 사진 업로드 · 안정화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65429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e01267f → 0d21bff  촬영 업로드 → 다중 누적 → 재시도 → 진행률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164cdbc  서비스워커 캐시 무효화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fa16b55  SPA 라우트 리라이트 추가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4c4f5bd  로그인 · 오늘 점검 카운트 복구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3cb505d · 0e1c768  버전 0.1 기록 및 릴리즈 규칙 문서화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46120" cy="585216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144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· 실시간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2026.05.24 ~ 05.25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25건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611880"/>
            <a:ext cx="137160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서비스워커 기반 웹 푸시를 도입해 관리자가 현장 작업자에게 직접 알림을 보낼 수 있게 했습니다. 기기별 구독 관리와 준실시간 동기화까지 완성했습니다.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구축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0d4e8ea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96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알림 기능 도입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225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23644ba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07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푸시 알림 구현 (7파일 +517라인, SW 연동)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6052261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17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기기별 푸시 등록 처리 (2d55c18 · 2c3401e · 2fae092 포함)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8470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29208b7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발송 대상 관리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1579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d3dcd13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39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알림 템플릿 편집 기능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26151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관리 · 실시간 동기화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41648" y="29626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cb9fcaf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기기 관리 화면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f505e08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552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작업자별 푸시 구독 배지 표시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35844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3ce5ed4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푸시 관리 화면 + 15aba5e 상태 아이콘 개선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41648" y="38953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3d8a7b4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77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 원격 동기화 갱신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5179348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1879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workPrepRecords Supabase 동기화 + 점검 레코드 연결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4517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66a6ff6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4988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품질 리뷰 하네스 추가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48280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af82def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8097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정적 산출물 · 미사용 에셋 제거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41648" y="5870448"/>
            <a:ext cx="7635240" cy="512064"/>
          </a:xfrm>
          <a:prstGeom prst="roundRect">
            <a:avLst>
              <a:gd name="adj" fmla="val 14286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24528" y="58704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관리자가 현장 단말로 직접 안전 알림을 발송할 수 있는 채널 확보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46120" cy="585216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144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강화 · 품질 체계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2026.05.26 ~ 05.29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47건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611880"/>
            <a:ext cx="137160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쓰기를 서버 경계로 옮기고 RLS 정책과 개인정보 격리를 적용했습니다. 이 단계 끝에 v1.0 정식 릴리즈에 도달했습니다.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경계 — 이 단계의 핵심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a857f7d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96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변경 전용 Edge Function 신설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225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4866aa8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07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쓰기를 서버 경계로 라우팅 (RLS + 서버 검증)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05a9082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17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세션 강화 · 484dba0 정책 정리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8470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31efef6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이력 공개 경로를 insert-only로 제한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1579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1f8c5d7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39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사번을 브라우저 동기화에서 격리 (개인정보)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2468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65ebf48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4505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공개 경계 하드닝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27797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fa75b71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761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작업자 삭제 차단 + 보안 가드 테스트 3건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41648" y="32369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배포 · 릴리즈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35844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c46e5c7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품질 하네스 도입 (npm run verify)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41648" y="38953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40dc178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77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중복 별칭 리다이렉트 및 가드 (a2360b7 · 4b6d058)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d2c2526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1879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헬퍼 · 스타일 · 뷰 셸 분리 리팩터링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4517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6234dfc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4988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작업준비 진행 UI 릴리즈 — v1.0-20260529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41648" y="5870448"/>
            <a:ext cx="7635240" cy="512064"/>
          </a:xfrm>
          <a:prstGeom prst="roundRect">
            <a:avLst>
              <a:gd name="adj" fmla="val 14286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24528" y="58704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 — v0.6 → v0.7 → v0.8 → v0.9 → v1.0 (4일간 5회)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46120" cy="585216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144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안정화 · 구조 개선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2026.06.06 ~ 06.12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49건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611880"/>
            <a:ext cx="1371600" cy="0"/>
          </a:xfrm>
          <a:prstGeom prst="line">
            <a:avLst/>
          </a:prstGeom>
          <a:noFill/>
          <a:ln w="12700">
            <a:solidFill>
              <a:srgbClr val="4450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비대해진 app-v2.js를 도메인별 모듈로 해체하고, 다크모드·자산 최소화·E2E 테스트로 운영 품질을 끌어올렸습니다.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모듈 분리 (app-v2.js 해체)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42abd83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961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선박/서약/이력 마크업 → fea5a61 작업자 관리 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2252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aab6f6e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207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코덱 분리 · 08df5e2 분석 모델·선박 임포트 규칙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76effaf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17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(1/4) 푸시 규칙 → 37a7ee2 (2/4) 작업준비·점검 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8470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582c61f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(3/4) 디스패처 도메인 분리 → 7a0a69b (4/4) 상세 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304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· 접근성 · 보안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41648" y="26517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e9807d8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6334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+ 접근성 개선 (CSS 461라인 개편)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41648" y="29626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dd1a0e3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assets/dist 최소화 자산 서빙 · 3ef1800 esbuild 미니파이어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205417e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552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서비스워커 stale-while-revalidate 캐싱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35844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542969b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CSP를 vercel.json 헤더로 단일화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41648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· 통계 정확도 · 릴리즈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041648" y="43891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52a82b9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4370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개인화 점검 카드 + E2E 스모크 테스트 도입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47000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8acd67e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681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격리 — 프로덕션 데이터 오염 차단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41648" y="50109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8ed3114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49926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작업준비 배정일만 점검 대상으로 집계 (통계 정확도)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041648" y="53218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ce8d339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5303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 1.2-20260611 (뷰 분리)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41648" y="5870448"/>
            <a:ext cx="7635240" cy="512064"/>
          </a:xfrm>
          <a:prstGeom prst="roundRect">
            <a:avLst>
              <a:gd name="adj" fmla="val 14286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24528" y="587044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단일 파일 구조 해소, 자동화된 회귀 검증 체계 확보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재설계 · 자동 업데이트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2026.06.17 ~ 06.18   ·   커밋 11건   ·   릴리즈 1.3 → 1.4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64240" cy="1481328"/>
          </a:xfrm>
          <a:prstGeom prst="roundRect">
            <a:avLst>
              <a:gd name="adj" fmla="val 7407"/>
            </a:avLst>
          </a:prstGeom>
          <a:solidFill>
            <a:srgbClr val="EFF3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작업준비 타임라인을 3개 마일스톤 중심으로 재설계  (30757b4, 18파일)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395728"/>
            <a:ext cx="566928" cy="5669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706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2587752"/>
            <a:ext cx="822960" cy="182880"/>
          </a:xfrm>
          <a:prstGeom prst="rightArrow">
            <a:avLst/>
          </a:prstGeom>
          <a:solidFill>
            <a:srgbClr val="B9C6DA"/>
          </a:solidFill>
          <a:ln w="12700">
            <a:solidFill>
              <a:srgbClr val="B9C6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39572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59552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706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2587752"/>
            <a:ext cx="822960" cy="182880"/>
          </a:xfrm>
          <a:prstGeom prst="rightArrow">
            <a:avLst/>
          </a:prstGeom>
          <a:solidFill>
            <a:srgbClr val="B9C6DA"/>
          </a:solidFill>
          <a:ln w="12700">
            <a:solidFill>
              <a:srgbClr val="B9C6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39572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06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56432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4672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다기기 동기화 수렴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005072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35d8b98  다기기 statusHistory 합집합 병합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7e5140a  타임스탬프 동률 시 서버 레코드 채택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여러 단말에서 같은 결과로 수렴 보장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456432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72000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자동 업데이트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005072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cc46e88  새 버전 배포 시 클라이언트 자동 새로고침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3064fea  배포 스크립트 URL 캡처 안정화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현장 단말이 구버전에 머무르는 문제 해소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83296" y="3456432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39328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분리 마무리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339328" y="4005072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7d98ffb  점검 검증·요약 규칙 분리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2192fe7  데이터 정규화 모듈 분리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ab6e9d9  중복 제거·레거시 마이그레이션 분리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473e7b3  릴리즈 1.4-20260618 — 신규 에셋 토큰 + 서비스워커 버전 발행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⑨  ·  최신 릴리즈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체크리스트 도입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2026.07.03   ·   커밋 2건   ·   v1.5-20260703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작업표준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87452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위험요인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87452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항목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7424" y="187452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345168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안전표지 종류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dc3376c   위험성평가 체크리스트 이식 — 안전표지 · 위험도 표시 및 편집   (58파일, +2,058라인)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5394960" cy="1133856"/>
          </a:xfrm>
          <a:prstGeom prst="roundRect">
            <a:avLst>
              <a:gd name="adj" fmla="val 6452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51376"/>
            <a:ext cx="310896" cy="31089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콘텐츠 전면 교체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16152" y="446227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항목을 7개 위험성평가 작업표준 기준으로 재구성해 DB에 시딩 (기존 콘텐츠는 백업 보존)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950208"/>
            <a:ext cx="5394960" cy="1133856"/>
          </a:xfrm>
          <a:prstGeom prst="roundRect">
            <a:avLst>
              <a:gd name="adj" fmla="val 6452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4151376"/>
            <a:ext cx="310896" cy="31089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994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화면 섹션 카드 재설계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446227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체크박스, 중앙 안전표지 이미지, 위험점수·위험등급 배지, 항목 박스 레이아웃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248656"/>
            <a:ext cx="5394960" cy="1133856"/>
          </a:xfrm>
          <a:prstGeom prst="roundRect">
            <a:avLst>
              <a:gd name="adj" fmla="val 6452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449824"/>
            <a:ext cx="310896" cy="31089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6384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5431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편집 기능 확장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16152" y="5760720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표지코드(미리보기 포함) · 발생빈도 · 강도를 편집하면 총 위험점수 자동 계산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5248656"/>
            <a:ext cx="5394960" cy="1133856"/>
          </a:xfrm>
          <a:prstGeom prst="roundRect">
            <a:avLst>
              <a:gd name="adj" fmla="val 6452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5449824"/>
            <a:ext cx="310896" cy="31089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30568" y="5431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경계 · 배포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39712" y="5760720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 v10에 sign_code/frequency/severity/total_score 허용, 1cce226 릴리즈로 설치 단말 자동 갱신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 — 구현된 핵심 기능 9가지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64208"/>
            <a:ext cx="365760" cy="3657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6367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체크리스트 점검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48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기반 · 안전표지 · 위험등급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481328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664208"/>
            <a:ext cx="365760" cy="3657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16367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작업준비 관리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48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→ 시작 → 완료 마일스톤 추적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81328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664208"/>
            <a:ext cx="365760" cy="3657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367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 상태 신고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048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촬영 · 다중 첨부 · 진행률 표시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688336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287121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28437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이슈 워크플로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32552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등록부터 처리까지 관리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2688336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5424" y="287121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35424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010912" y="28437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안전서약 서명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2552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서명 재사용 캐싱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2688336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287121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0275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28437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작업자 분석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32552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공휴일 반영 · XLSX 내보내기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895344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407822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243584" y="40507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푸시 알림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4462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기기별 구독 · 템플릿 편집 · 관리자 발송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15968" y="3895344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35424" y="407822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35424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010912" y="40507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4462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· 작업자 · 공구 · 항목 관리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83296" y="3895344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B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02752" y="407822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02752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778240" y="40507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339328" y="4462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캐시 · 버전 자동 업데이트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138928"/>
            <a:ext cx="11064240" cy="1207008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" y="5577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HTML/CSS/JS (PWA)  ·  Supabase (Postgres · RLS · Realtime · Storage · Edge Functions)  ·  Vercel  ·  esbuild  ·  Playwright E2E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41248" y="59070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보안 체계    관리자 쓰기 서버 경계  ·  RLS 정책  ·  사번 격리  ·  CSP 단일화  ·  npm run verify 품질 하네스  ·  E2E 스모크  ·  릴리즈 베이스라인 문서화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 안전체크리스트 개발 이력</dc:title>
  <dc:subject>PptxGenJS Presentation</dc:subject>
  <dc:creator>GS Safety Checklist</dc:creator>
  <cp:lastModifiedBy>GS Safety Checklist</cp:lastModifiedBy>
  <cp:revision>1</cp:revision>
  <dcterms:created xsi:type="dcterms:W3CDTF">2026-08-31T05:57:59Z</dcterms:created>
  <dcterms:modified xsi:type="dcterms:W3CDTF">2026-08-31T05:57:59Z</dcterms:modified>
</cp:coreProperties>
</file>