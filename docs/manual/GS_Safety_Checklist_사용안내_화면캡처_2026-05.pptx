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6949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43584" y="6949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1508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 사용안내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23957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CFE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production 화면으로 보는 현장 작업자 · 관리자 운영 흐름</a:t>
            </a:r>
            <a:endParaRPr lang="en-US" sz="1380" dirty="0"/>
          </a:p>
        </p:txBody>
      </p:sp>
      <p:sp>
        <p:nvSpPr>
          <p:cNvPr id="7" name="Shape 5"/>
          <p:cNvSpPr/>
          <p:nvPr/>
        </p:nvSpPr>
        <p:spPr>
          <a:xfrm>
            <a:off x="7543800" y="1060704"/>
            <a:ext cx="3584448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1060704"/>
            <a:ext cx="54864" cy="3364992"/>
          </a:xfrm>
          <a:prstGeom prst="rect">
            <a:avLst/>
          </a:prstGeom>
          <a:solidFill>
            <a:srgbClr val="7BE0D4"/>
          </a:solidFill>
          <a:ln w="12700">
            <a:solidFill>
              <a:srgbClr val="7BE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207008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26680" y="1536192"/>
            <a:ext cx="326440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주소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https://gs-safety-checklist.vercel.app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0.5-20260525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2026-05-25 production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804672" y="416052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1995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1993392" y="4160520"/>
            <a:ext cx="10561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4219956"/>
            <a:ext cx="8549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탭 포함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3438144" y="4160520"/>
            <a:ext cx="95097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7BE0D4">
                <a:alpha val="8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42199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흐름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GUIDE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흐름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21792" y="1133856"/>
            <a:ext cx="1097280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contact-sh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207008"/>
            <a:ext cx="10826496" cy="4928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로그인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선택 드롭다운에서 본인 이름을 선택합니다.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 입력 후 로그인합니다.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사번이 등록되지 않았으면 관리자에게 등록을 요청합니다.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 검증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대시보드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2-home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점검, 불안전요소, 자재누락 진입 버튼을 확인합니다.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점검 완료율과 대기/호선 수를 봅니다.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현황과 주요 경고 수치를 먼저 확인합니다.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상태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 점검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3-work-che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 목록에서 본인 작업을 선택합니다.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인원 점검 완료 수를 확인합니다.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준비가 없으면 직접 점검 흐름으로 진행합니다.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작업지시서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완료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불안전요소 등록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4-unsafe-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호선을 선택하고 위험 내용을 등록합니다.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필요하면 사진을 첨부합니다.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관리자 처리 목록에 즉시 접수됩니다.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접수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연동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자재누락 등록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5-material-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호선을 선택한 뒤 누락 자재 정보를 입력합니다.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사진과 상세 내용을 함께 남길 수 있습니다.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후 관리 화면에서 처리 상태를 추적합니다.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접수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기준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화면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6-shi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단계별 호선 현황을 확인합니다.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모드에서 호선과 날짜를 수정합니다.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추가 내용은 접수 화면의 호선 목록에도 반영됩니다.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 관리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현황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이력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7-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제출된 점검 내역을 카드와 목록으로 확인합니다.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날짜, 작업자, 호선 기준으로 이력을 추적합니다.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모드에서 선택 삭제가 가능합니다.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조회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기준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8-ple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서약 현황과 미완료자를 확인합니다.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미완료자 알림은 표에서 미완료인 작업자에게만 발송됩니다.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문구 수정으로 안내 문구를 운영 상황에 맞춥니다.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서약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95097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알림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09-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점검, 서약, 불안전요소, 자재누락 수치를 요약합니다.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작업자 달력으로 누락/완료 상태를 봅니다.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이상하면 필터와 동기화 상태를 먼저 확인합니다.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현황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&gt; 작업자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10-manage-work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정보와 직책을 관리합니다.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카드에서 작업자별 알림 구독 배지를 확인합니다.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알림수정으로 기기명, 활성 상태, 삭제를 처리합니다.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기기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&gt; 푸시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11-manage-pu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구독/전체/선택 작업자 중 발송 대상을 고릅니다.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제목, 내용, 클릭 이동 화면을 설정합니다.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일반, 주의, 긴급, 완료 스타일을 선택합니다.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85800" y="30175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" y="2926080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발송 전 미리보기 문구를 확인합니다.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푸시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2103120" y="534924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12848" y="540867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</a:t>
            </a:r>
            <a:endParaRPr lang="en-US" sz="670" dirty="0"/>
          </a:p>
        </p:txBody>
      </p:sp>
      <p:sp>
        <p:nvSpPr>
          <p:cNvPr id="20" name="Shape 17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&gt; 불안전요소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251960" y="1133856"/>
            <a:ext cx="736092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2700" dist="50800" dir="2700000">
              <a:srgbClr val="B7C8D4">
                <a:alpha val="16000"/>
              </a:srgbClr>
            </a:outerShdw>
          </a:effectLst>
        </p:spPr>
      </p:sp>
      <p:pic>
        <p:nvPicPr>
          <p:cNvPr id="6" name="Image 0" descr="C:\Users\User\GS_CHECKLIST\shipyard-checklist\docs\manual\screenshots\ppt-2026-05-25\12-manage-unsa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25112" y="1207008"/>
            <a:ext cx="7214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확인할 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접수된 불안전요소 목록을 상태별로 관리합니다.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85800" y="217627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084832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상태 변경, 내보내기, 이력 초기화를 사용합니다.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2505456"/>
            <a:ext cx="30175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문구 수정으로 등록 알림 문구를 조정합니다.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58368" y="5349240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0F766E">
                <a:alpha val="8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5408676"/>
            <a:ext cx="6446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처리</a:t>
            </a:r>
            <a:endParaRPr lang="en-US" sz="670" dirty="0"/>
          </a:p>
        </p:txBody>
      </p:sp>
      <p:sp>
        <p:nvSpPr>
          <p:cNvPr id="16" name="Shape 13"/>
          <p:cNvSpPr/>
          <p:nvPr/>
        </p:nvSpPr>
        <p:spPr>
          <a:xfrm>
            <a:off x="2103120" y="5349240"/>
            <a:ext cx="740664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D5BD0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5408676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 SAFETY CHECKLIST</a:t>
            </a:r>
            <a:endParaRPr lang="en-US" sz="760" dirty="0"/>
          </a:p>
        </p:txBody>
      </p:sp>
      <p:sp>
        <p:nvSpPr>
          <p:cNvPr id="3" name="Text 1"/>
          <p:cNvSpPr/>
          <p:nvPr/>
        </p:nvSpPr>
        <p:spPr>
          <a:xfrm>
            <a:off x="512064" y="512064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운영 권한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372600" y="347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94944" y="1170432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170432"/>
            <a:ext cx="54864" cy="4251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316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조건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824" y="1645920"/>
            <a:ext cx="320040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수정 모드 ON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조장/총무/관리 작업자 로그인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작업자 알림 단말 등록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제목/내용 입력 완료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462272" y="1170432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170432"/>
            <a:ext cx="54864" cy="425196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316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D5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차단 기준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45152" y="1645920"/>
            <a:ext cx="320040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없는 발송자: forbidden_sender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 무단 조회: forbidden_target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허용되지 않은 발송 종류: forbidden_send_kind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8229600" y="1170432"/>
            <a:ext cx="2971800" cy="42519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170432"/>
            <a:ext cx="54864" cy="4251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316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수신 확인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0" y="1645920"/>
            <a:ext cx="265176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&gt; 작업자 탭에서 구독 배지 확인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&gt; 푸시 탭에서 대상 선택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후 기기 lastError 확인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C"/>
          </a:solidFill>
          <a:ln w="12700">
            <a:solidFill>
              <a:srgbClr val="0F1E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96012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체크포인트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9385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18836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동기화 상태가 온라인인지 확인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054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24505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로그인과 사번 검증 확인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723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30175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호선·작업지시서·작업자 정보 최신화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393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35844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 대상자의 휴대폰 알림 등록 상태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98448" y="41513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E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전 테스트 알림으로 실제 수신 확인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26680" y="1536192"/>
            <a:ext cx="31546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1536192"/>
            <a:ext cx="54864" cy="2377440"/>
          </a:xfrm>
          <a:prstGeom prst="rect">
            <a:avLst/>
          </a:prstGeom>
          <a:solidFill>
            <a:srgbClr val="7BE0D4"/>
          </a:solidFill>
          <a:ln w="12700">
            <a:solidFill>
              <a:srgbClr val="7BE0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6824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B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기준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09560" y="2011680"/>
            <a:ext cx="28346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원격 데이터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작업자 권한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알림 등록 상태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6556248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870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 안전 체크리스트 화면 캡처 사용안내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709160" y="655624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137392" y="650138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(주)지에스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 Safety Checklist 화면 캡처 사용안내</dc:title>
  <dc:subject>GS 안전 체크리스트 화면 캡처 사용안내</dc:subject>
  <dc:creator>GS Safety Checklist</dc:creator>
  <cp:lastModifiedBy>GS Safety Checklist</cp:lastModifiedBy>
  <cp:revision>1</cp:revision>
  <dcterms:created xsi:type="dcterms:W3CDTF">2026-05-25T13:22:28Z</dcterms:created>
  <dcterms:modified xsi:type="dcterms:W3CDTF">2026-05-25T13:22:28Z</dcterms:modified>
</cp:coreProperties>
</file>