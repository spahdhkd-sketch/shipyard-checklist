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C"/>
          </a:solidFill>
          <a:ln w="12700">
            <a:solidFill>
              <a:srgbClr val="0F1E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0F1E2C"/>
          </a:solidFill>
          <a:ln w="13970">
            <a:solidFill>
              <a:srgbClr val="3151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786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(주)지에스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체크리스트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196596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웹페이지 사용설명서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04672" y="288950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FE7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전 점검 · 서약 · 불안전요소 · 자재누락 · 푸시 알림 운영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955280" y="969264"/>
            <a:ext cx="3246120" cy="2880360"/>
          </a:xfrm>
          <a:prstGeom prst="roundRect">
            <a:avLst>
              <a:gd name="adj" fmla="val 1905"/>
            </a:avLst>
          </a:prstGeom>
          <a:solidFill>
            <a:srgbClr val="102A3A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955280" y="969264"/>
            <a:ext cx="54864" cy="2880360"/>
          </a:xfrm>
          <a:prstGeom prst="rect">
            <a:avLst/>
          </a:prstGeom>
          <a:solidFill>
            <a:srgbClr val="7BE0D4"/>
          </a:solidFill>
          <a:ln w="12700">
            <a:solidFill>
              <a:srgbClr val="7BE0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56448" y="113385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B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56448" y="1463040"/>
            <a:ext cx="289864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주소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https://gs-safety-checklist.vercel.app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0.5-20260525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작성일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2026-05-25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804672" y="532180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작업자와 운영 관리자가 같은 기준으로 사용하는 절차서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4572000" y="6547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1109960" y="6501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4983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298448"/>
            <a:ext cx="54864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463040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사용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9536" y="1792224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접속, 로그인, 동기화, 브라우저 알림 등록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007608" y="1298448"/>
            <a:ext cx="4983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07608" y="1298448"/>
            <a:ext cx="54864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08776" y="1463040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업무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08776" y="1792224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홈, 작업 전 점검, 불안전요소, 자재누락, 서약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58368" y="2423160"/>
            <a:ext cx="4983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2423160"/>
            <a:ext cx="54864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2587752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관리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9536" y="2916936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호선, 작업자, 항목, 이력, 관리 탭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007608" y="2423160"/>
            <a:ext cx="4983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07608" y="2423160"/>
            <a:ext cx="54864" cy="86868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2587752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D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알림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08776" y="2916936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선택, 문구/스타일, 권한, 수신 테스트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58368" y="3547872"/>
            <a:ext cx="10652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3547872"/>
            <a:ext cx="54864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3712464"/>
            <a:ext cx="10287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9536" y="4041648"/>
            <a:ext cx="10305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동기화 차이, 알림 미수신, 관리자 버튼 비활성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4572000" y="6547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11109960" y="6501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사용자와 권한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383280" cy="356616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" cy="3566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990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1728216"/>
            <a:ext cx="3035808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사번으로 로그인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전 점검 제출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불안전요소/자재누락 등록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단말 알림 등록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407408" y="1234440"/>
            <a:ext cx="3383280" cy="356616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07408" y="1234440"/>
            <a:ext cx="54864" cy="3566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3990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08576" y="1728216"/>
            <a:ext cx="3035808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기능 포함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작업지시서 등록/관리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서약 미완료자 알림 발송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푸시 발송 권한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174736" y="1234440"/>
            <a:ext cx="3383280" cy="356616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74736" y="1234440"/>
            <a:ext cx="54864" cy="356616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3990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D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총무/관리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75904" y="1728216"/>
            <a:ext cx="3035808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조장 발송 권한 포함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수정 모드 운영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작업자/알림 기기 관리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항목 상태 처리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914400" y="532180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중요: 푸시 발송은 관리자 수정 모드와 조장/총무/관리 로그인 권한이 모두 필요합니다.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4572000" y="6547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BASIC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1109960" y="6501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· 로그인 · 동기화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138074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298448"/>
            <a:ext cx="9966960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 접속 후 작업자 목록에서 본인 이름을 선택합니다.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91109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828800"/>
            <a:ext cx="9966960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사번을 입력하면 서버의 작업자 로그인 검증을 거쳐 로그인됩니다.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441448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359152"/>
            <a:ext cx="9966960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 사이드바 또는 모바일 상단에서 작업자 이름과 로그아웃 버튼을 확인합니다.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97180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889504"/>
            <a:ext cx="9966960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동기화 상태가 온라인인지 확인한 뒤 작업을 시작합니다.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50215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419856"/>
            <a:ext cx="9966960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확인 중 또는 로컬 저장 상태가 오래 지속되면 새로고침 후 다시 확인합니다.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18120" y="4279392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E7F6F3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18120" y="4279392"/>
            <a:ext cx="54864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19288" y="444398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동기화 기준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19288" y="4773168"/>
            <a:ext cx="28986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작업자는 항상 원격 서버 기준 데이터를 우선 확인해야 합니다.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4572000" y="6547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BASIC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11109960" y="6501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C"/>
          </a:solidFill>
          <a:ln w="12700">
            <a:solidFill>
              <a:srgbClr val="0F1E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05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1417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작업 흐름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94944" y="251460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FE7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작업자는 홈에서 오늘 상태를 확인하고, 작업 전 점검과 현장 접수를 진행합니다.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" y="345643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7BE0D4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5158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7B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</a:t>
            </a:r>
            <a:endParaRPr lang="en-US" sz="690" dirty="0"/>
          </a:p>
        </p:txBody>
      </p:sp>
      <p:sp>
        <p:nvSpPr>
          <p:cNvPr id="9" name="Shape 7"/>
          <p:cNvSpPr/>
          <p:nvPr/>
        </p:nvSpPr>
        <p:spPr>
          <a:xfrm>
            <a:off x="2066544" y="345643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7BE0D4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6272" y="35158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7B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</a:t>
            </a:r>
            <a:endParaRPr lang="en-US" sz="690" dirty="0"/>
          </a:p>
        </p:txBody>
      </p:sp>
      <p:sp>
        <p:nvSpPr>
          <p:cNvPr id="11" name="Shape 9"/>
          <p:cNvSpPr/>
          <p:nvPr/>
        </p:nvSpPr>
        <p:spPr>
          <a:xfrm>
            <a:off x="3438144" y="345643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7BE0D4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35158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7B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9966960" y="42976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442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대시보드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07008"/>
            <a:ext cx="54864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7160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전 점검 시작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1700784"/>
            <a:ext cx="3081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점검 또는 작업지시서 기반 점검으로 이동합니다.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389120" y="1207008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207008"/>
            <a:ext cx="54864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37160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불안전요소 등록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0288" y="1700784"/>
            <a:ext cx="3081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위험요소를 즉시 접수하고 관리자에게 전달합니다.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138160" y="1207008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207008"/>
            <a:ext cx="54864" cy="137160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37160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D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자재누락 등록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39328" y="1700784"/>
            <a:ext cx="3081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자재를 호선 기준으로 접수합니다.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68680" y="332841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246120"/>
            <a:ext cx="9875520" cy="440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점검 대기/호선/완료율 확인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384048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3758184"/>
            <a:ext cx="9875520" cy="440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불안전요소, 누락 자재, 인도 예정 수량 확인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" y="435254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270248"/>
            <a:ext cx="9875520" cy="440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현황에서 탑재, L/C, S/T, C/L, D/L 상태 확인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4572000" y="6547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1109960" y="6501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전 점검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5166360" cy="4041648"/>
          </a:xfrm>
          <a:prstGeom prst="roundRect">
            <a:avLst>
              <a:gd name="adj" fmla="val 1357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170432"/>
            <a:ext cx="54864" cy="40416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33502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작업지시서 기반 점검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9536" y="1664208"/>
            <a:ext cx="4818888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오늘 작업지시서를 선택합니다.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등록된 호선과 작업 유형을 확인합니다.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STEP 2 공기구는 작업지시서 기준으로 표시되고 선택은 잠깁니다.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STEP 3 호선은 작업지시서 호선과 일치합니다.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등록 인원이 모두 제출하면 점검 완료 상태가 됩니다.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36208" y="1170432"/>
            <a:ext cx="5166360" cy="4041648"/>
          </a:xfrm>
          <a:prstGeom prst="roundRect">
            <a:avLst>
              <a:gd name="adj" fmla="val 1357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36208" y="1170432"/>
            <a:ext cx="54864" cy="40416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33502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점검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37376" y="1664208"/>
            <a:ext cx="4818888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작업지시서가 없거나 즉시 점검이 필요한 경우 작업 유형과 호선을 직접 선택합니다.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서약, 공기구, 체크 항목을 완료한 뒤 제출하면 점검 이력에 반영됩니다.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4572000" y="6547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11109960" y="6501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불안전요소 · 자재누락 등록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516636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143000"/>
            <a:ext cx="54864" cy="4069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30759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불안전요소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9536" y="1636776"/>
            <a:ext cx="4818888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호선 선택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내용 입력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첨부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후 제출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후 관리 화면에 접수되고 지정 대상자에게 푸시가 발송됩니다.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36208" y="1143000"/>
            <a:ext cx="516636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36208" y="1143000"/>
            <a:ext cx="54864" cy="406908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30759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D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자재누락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37376" y="1636776"/>
            <a:ext cx="4818888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호선 선택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자재명 입력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내용 입력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첨부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후 제출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결과는 관리 화면과 관련 목록에서 확인합니다.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868680" y="55321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호선 목록은 호선 관리에 등록된 원격 데이터를 기준으로 함께 반영됩니다.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4572000" y="6547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1109960" y="6501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서약 · 통계 · 이력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52144"/>
            <a:ext cx="3383280" cy="40690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52144"/>
            <a:ext cx="54864" cy="4069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167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1645920"/>
            <a:ext cx="3035808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작업자별 안전 서약 상태를 확인합니다.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미완료자 알림은 표에서 미완료인 작업자에게만 발송됩니다.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407408" y="1152144"/>
            <a:ext cx="3383280" cy="40690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07408" y="1152144"/>
            <a:ext cx="54864" cy="406908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3167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D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08576" y="1645920"/>
            <a:ext cx="3035808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점검, 서약, 불안전요소, 자재누락 데이터를 요약합니다.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숫자가 이상하면 필터와 동기화 상태를 먼저 확인합니다.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174736" y="1152144"/>
            <a:ext cx="3383280" cy="40690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74736" y="1152144"/>
            <a:ext cx="54864" cy="4069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3167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이력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75904" y="1645920"/>
            <a:ext cx="3035808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제출된 점검 결과를 날짜/작업자/호선 기준으로 확인합니다.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수정 모드에서는 선택 삭제와 초기화가 가능합니다.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4572000" y="6547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11109960" y="6501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C"/>
          </a:solidFill>
          <a:ln w="12700">
            <a:solidFill>
              <a:srgbClr val="0F1E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05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1417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관리 흐름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94944" y="251460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FE7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관리자는 호선, 작업자, 항목, 접수 기록을 최신 상태로 유지합니다.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" y="345643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7BE0D4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5158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7B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690" dirty="0"/>
          </a:p>
        </p:txBody>
      </p:sp>
      <p:sp>
        <p:nvSpPr>
          <p:cNvPr id="9" name="Shape 7"/>
          <p:cNvSpPr/>
          <p:nvPr/>
        </p:nvSpPr>
        <p:spPr>
          <a:xfrm>
            <a:off x="2066544" y="345643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7BE0D4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6272" y="35158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7B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데스크톱</a:t>
            </a:r>
            <a:endParaRPr lang="en-US" sz="690" dirty="0"/>
          </a:p>
        </p:txBody>
      </p:sp>
      <p:sp>
        <p:nvSpPr>
          <p:cNvPr id="11" name="Shape 9"/>
          <p:cNvSpPr/>
          <p:nvPr/>
        </p:nvSpPr>
        <p:spPr>
          <a:xfrm>
            <a:off x="3438144" y="345643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7BE0D4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35158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7B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9966960" y="42976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442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3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호선 · 빠른 메뉴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51663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143000"/>
            <a:ext cx="54864" cy="4206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30759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9536" y="1636776"/>
            <a:ext cx="4818888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호선 추가/수정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상태와 날짜 관리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순서 저장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데스크톱 엑셀 내보내기/불러오기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불안전요소와 자재누락의 호선 선택 목록에도 반영됩니다.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36208" y="1143000"/>
            <a:ext cx="51663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36208" y="1143000"/>
            <a:ext cx="54864" cy="420624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30759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D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메뉴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37376" y="1636776"/>
            <a:ext cx="4818888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유형 관리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섹션과 점검 항목 관리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공기구 추가/수정/삭제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유형별 공기구 지정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지정 픽토그램 관리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4572000" y="6547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11109960" y="6501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메뉴 구조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" y="1243584"/>
            <a:ext cx="48920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243584"/>
            <a:ext cx="54864" cy="11155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0817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4544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정보, 직책, 조장 지정, 알림 기기 관리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035040" y="1243584"/>
            <a:ext cx="48920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0" y="1243584"/>
            <a:ext cx="54864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36208" y="140817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36208" y="1737360"/>
            <a:ext cx="4544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푸시 발송, 대상 선택, 문구/스타일 관리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13232" y="2752344"/>
            <a:ext cx="48920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2752344"/>
            <a:ext cx="54864" cy="11155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91693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불안전요소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246120"/>
            <a:ext cx="4544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목록, 상태 처리, 사진 확인, 내보내기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035040" y="2752344"/>
            <a:ext cx="48920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752344"/>
            <a:ext cx="54864" cy="11155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291693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자재누락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3246120"/>
            <a:ext cx="4544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자재 접수 목록, 상태 처리, 이력 초기화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68680" y="510235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수정 모드가 꺼져 있으면 일부 목록 조회만 가능하고 상태 변경/삭제/초기화는 제한됩니다.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572000" y="6547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11109960" y="6501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관리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" y="138074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1298448"/>
            <a:ext cx="9875520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추가, 이름/팀/직책 수정, 삭제를 수행합니다.</a:t>
            </a:r>
            <a:endParaRPr lang="en-US" sz="1280" dirty="0"/>
          </a:p>
        </p:txBody>
      </p:sp>
      <p:sp>
        <p:nvSpPr>
          <p:cNvPr id="6" name="Shape 4"/>
          <p:cNvSpPr/>
          <p:nvPr/>
        </p:nvSpPr>
        <p:spPr>
          <a:xfrm>
            <a:off x="868680" y="191109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828800"/>
            <a:ext cx="9875520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조장 지정 또는 작업자 변경으로 작업지시서/푸시 권한 흐름을 관리합니다.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868680" y="2441448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359152"/>
            <a:ext cx="9875520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카드의 알림 배지로 대상자별 구독 상태를 확인합니다.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868680" y="297180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889504"/>
            <a:ext cx="9875520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`알림수정`에서 등록 기기명 수정, 활성/비활성, 삭제를 처리합니다.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868680" y="350215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419856"/>
            <a:ext cx="9875520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수신 문제는 먼저 해당 작업자의 등록 단말 수를 확인합니다.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4572000" y="6547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11109960" y="6501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C"/>
          </a:solidFill>
          <a:ln w="12700">
            <a:solidFill>
              <a:srgbClr val="0F1E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05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1417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알림 운영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94944" y="251460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FE7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작업자별 실제 휴대폰/PC 단말 등록 상태를 기준으로 안전 알림을 발송합니다.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" y="345643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7BE0D4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5158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7B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</a:t>
            </a:r>
            <a:endParaRPr lang="en-US" sz="690" dirty="0"/>
          </a:p>
        </p:txBody>
      </p:sp>
      <p:sp>
        <p:nvSpPr>
          <p:cNvPr id="9" name="Shape 7"/>
          <p:cNvSpPr/>
          <p:nvPr/>
        </p:nvSpPr>
        <p:spPr>
          <a:xfrm>
            <a:off x="2066544" y="345643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7BE0D4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6272" y="35158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7B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690" dirty="0"/>
          </a:p>
        </p:txBody>
      </p:sp>
      <p:sp>
        <p:nvSpPr>
          <p:cNvPr id="11" name="Shape 9"/>
          <p:cNvSpPr/>
          <p:nvPr/>
        </p:nvSpPr>
        <p:spPr>
          <a:xfrm>
            <a:off x="3438144" y="345643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7BE0D4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35158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7B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 확인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9966960" y="42976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442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3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등록과 테스트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51663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170432"/>
            <a:ext cx="54864" cy="4160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33502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단말 등록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9536" y="1664208"/>
            <a:ext cx="4818888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작업자 본인으로 로그인합니다.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휴대폰/PC 알림 등록 버튼을 누릅니다.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브라우저 권한 팝업에서 허용합니다.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등록 완료 상태로 바뀌는지 확인합니다.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36208" y="1170432"/>
            <a:ext cx="51663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36208" y="1170432"/>
            <a:ext cx="54864" cy="4160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33502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 테스트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37376" y="1664208"/>
            <a:ext cx="4818888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알림으로 현재 단말 수신 여부를 확인합니다.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모바일은 OS 알림 권한, 브라우저 알림 권한, 홈 화면 추가 상태를 함께 확인합니다.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4572000" y="6547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PUSH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11109960" y="6501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&gt; 푸시 탭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15568"/>
            <a:ext cx="3337560" cy="434340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115568"/>
            <a:ext cx="54864" cy="4343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28016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 대상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9536" y="1609344"/>
            <a:ext cx="2990088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작업자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작업자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작업자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미등록자는 대상에 있어도 실제 수신되지 않습니다.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425696" y="1115568"/>
            <a:ext cx="3337560" cy="434340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25696" y="1115568"/>
            <a:ext cx="54864" cy="434340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864" y="128016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D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26864" y="1609344"/>
            <a:ext cx="2990088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이동 화면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{날짜}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{발신자}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{대상수}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193024" y="1115568"/>
            <a:ext cx="3337560" cy="434340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93024" y="1115568"/>
            <a:ext cx="54864" cy="4343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128016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94192" y="1609344"/>
            <a:ext cx="2990088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알림 모양은 OS/브라우저 정책을 따르며, 스타일은 접두어/유지/진동에 반영됩니다.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4572000" y="6547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PUSH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11109960" y="6501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발송 권한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" y="1362456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1280160"/>
            <a:ext cx="9875520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수정 모드가 켜져 있어야 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1892808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810512"/>
            <a:ext cx="9875520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작업자가 조장/총무/관리 권한이어야 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423160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340864"/>
            <a:ext cx="9875520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작업자에게 활성 알림 단말이 등록되어 있어야 합니다.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2953512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871216"/>
            <a:ext cx="9875520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제목과 내용이 비어 있지 않아야 합니다.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48386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401568"/>
            <a:ext cx="9875520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권한이 없거나 허용되지 않은 발송 종류는 서버에서 차단됩니다.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4663440"/>
            <a:ext cx="9966960" cy="777240"/>
          </a:xfrm>
          <a:prstGeom prst="roundRect">
            <a:avLst>
              <a:gd name="adj" fmla="val 7059"/>
            </a:avLst>
          </a:prstGeom>
          <a:solidFill>
            <a:srgbClr val="FFF5F5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663440"/>
            <a:ext cx="54864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482803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기준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61288" y="5157216"/>
            <a:ext cx="9619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모드와 작업자 권한을 둘 다 만족해야 실제 푸시가 발송됩니다.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4572000" y="6547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PUSH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11109960" y="6501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C"/>
          </a:solidFill>
          <a:ln w="12700">
            <a:solidFill>
              <a:srgbClr val="0F1E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05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1417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점검과 문제 해결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94944" y="251460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FE7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같은 기준으로 동기화, 알림, 데이터 상태를 확인합니다.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" y="345643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7BE0D4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5158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7B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</a:t>
            </a:r>
            <a:endParaRPr lang="en-US" sz="690" dirty="0"/>
          </a:p>
        </p:txBody>
      </p:sp>
      <p:sp>
        <p:nvSpPr>
          <p:cNvPr id="9" name="Shape 7"/>
          <p:cNvSpPr/>
          <p:nvPr/>
        </p:nvSpPr>
        <p:spPr>
          <a:xfrm>
            <a:off x="2066544" y="345643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7BE0D4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6272" y="35158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7B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대응</a:t>
            </a:r>
            <a:endParaRPr lang="en-US" sz="690" dirty="0"/>
          </a:p>
        </p:txBody>
      </p:sp>
      <p:sp>
        <p:nvSpPr>
          <p:cNvPr id="11" name="Shape 9"/>
          <p:cNvSpPr/>
          <p:nvPr/>
        </p:nvSpPr>
        <p:spPr>
          <a:xfrm>
            <a:off x="3438144" y="345643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7BE0D4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35158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7B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9966960" y="42976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442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3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운영 점검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" y="131673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1234440"/>
            <a:ext cx="98755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 동기화 상태가 온라인인지 확인합니다.</a:t>
            </a:r>
            <a:endParaRPr lang="en-US" sz="1280" dirty="0"/>
          </a:p>
        </p:txBody>
      </p:sp>
      <p:sp>
        <p:nvSpPr>
          <p:cNvPr id="6" name="Shape 4"/>
          <p:cNvSpPr/>
          <p:nvPr/>
        </p:nvSpPr>
        <p:spPr>
          <a:xfrm>
            <a:off x="868680" y="181051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28216"/>
            <a:ext cx="98755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로그인과 사번 검증이 되는지 확인합니다.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868680" y="2304288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221992"/>
            <a:ext cx="98755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홈의 오늘 점검 수치가 현장 상황과 맞는지 확인합니다.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868680" y="279806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715768"/>
            <a:ext cx="98755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호선 목록과 작업지시서 등록 인원을 확인합니다.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868680" y="329184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209544"/>
            <a:ext cx="98755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푸시가 필요한 작업자의 휴대폰 알림 등록 상태를 확인합니다.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868680" y="378561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3703320"/>
            <a:ext cx="98755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&gt; 푸시 탭에서 구독 작업자 수를 확인합니다.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4572000" y="6547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CHECKLIST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11109960" y="6501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3383280" cy="42976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143000"/>
            <a:ext cx="54864" cy="4297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3075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숫자가 다름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9536" y="1636776"/>
            <a:ext cx="303580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동기화 상태 확인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새로고침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브라우저/모바일 비교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데이터 기준 재확인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407408" y="1143000"/>
            <a:ext cx="3383280" cy="42976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07408" y="1143000"/>
            <a:ext cx="54864" cy="4297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3075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푸시가 오지 않음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08576" y="1636776"/>
            <a:ext cx="303580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본인 로그인 확인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등록 상태 확인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OS/브라우저 권한 확인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탭 알림 배지 확인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156448" y="1143000"/>
            <a:ext cx="3383280" cy="42976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56448" y="1143000"/>
            <a:ext cx="54864" cy="4297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7616" y="13075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비활성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57616" y="1636776"/>
            <a:ext cx="303580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수정 모드 확인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조장/총무/관리 권한 확인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선택 여부 확인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단말 수 확인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4572000" y="6547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CHECKLIST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11109960" y="6501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운영상 주의사항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" y="132588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1243584"/>
            <a:ext cx="9875520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비밀번호와 사번은 외부 문서에 공개하지 않습니다.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185623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73936"/>
            <a:ext cx="9875520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초기화와 삭제는 복구가 어려우므로 필요한 데이터는 먼저 내보냅니다.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38658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304288"/>
            <a:ext cx="9875520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푸시와 운영 푸시 문구를 구분해서 사용합니다.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291693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834640"/>
            <a:ext cx="9875520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작업자에게 여러 기기가 등록되어 있으면 모든 활성 기기에 발송됩니다.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447288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364992"/>
            <a:ext cx="9875520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표시 모양은 기기와 브라우저 정책에 따라 다르게 보일 수 있습니다.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4572000" y="6547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CHECKLIST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11109960" y="6501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C"/>
          </a:solidFill>
          <a:ln w="12700">
            <a:solidFill>
              <a:srgbClr val="0F1E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8412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9808" y="184708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운영 기준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86384" y="276148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FE7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원격 데이터, 같은 권한 기준, 같은 알림 등록 상태를 확인합니다.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0" y="1234440"/>
            <a:ext cx="3566160" cy="3108960"/>
          </a:xfrm>
          <a:prstGeom prst="roundRect">
            <a:avLst>
              <a:gd name="adj" fmla="val 1765"/>
            </a:avLst>
          </a:prstGeom>
          <a:solidFill>
            <a:srgbClr val="102A3A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0" y="1234440"/>
            <a:ext cx="54864" cy="3108960"/>
          </a:xfrm>
          <a:prstGeom prst="rect">
            <a:avLst/>
          </a:prstGeom>
          <a:solidFill>
            <a:srgbClr val="7BE0D4"/>
          </a:solidFill>
          <a:ln w="12700">
            <a:solidFill>
              <a:srgbClr val="7BE0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99248" y="13990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B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주소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99248" y="1728216"/>
            <a:ext cx="321868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https://gs-safety-checklist.vercel.app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버전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0.5-20260525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4572000" y="6547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11109960" y="6501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(주)지에스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 안전 체크리스트 사용설명서</dc:title>
  <dc:subject>GS 안전 체크리스트 웹페이지 사용설명서</dc:subject>
  <dc:creator>GS Safety Checklist</dc:creator>
  <cp:lastModifiedBy>GS Safety Checklist</cp:lastModifiedBy>
  <cp:revision>1</cp:revision>
  <dcterms:created xsi:type="dcterms:W3CDTF">2026-05-25T13:10:39Z</dcterms:created>
  <dcterms:modified xsi:type="dcterms:W3CDTF">2026-05-25T13:10:39Z</dcterms:modified>
</cp:coreProperties>
</file>