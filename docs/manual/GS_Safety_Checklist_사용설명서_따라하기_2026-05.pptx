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76809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43584" y="7680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사용설명서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28529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표시된 번호 순서대로 누르면 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1097280"/>
            <a:ext cx="3611880" cy="2926080"/>
          </a:xfrm>
          <a:prstGeom prst="roundRect">
            <a:avLst>
              <a:gd name="adj" fmla="val 1563"/>
            </a:avLst>
          </a:prstGeom>
          <a:solidFill>
            <a:srgbClr val="112A3A"/>
          </a:solidFill>
          <a:ln w="12700">
            <a:solidFill>
              <a:srgbClr val="3151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4384" y="1389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화면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44384" y="1810512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로그인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 등록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자재누락 등록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이력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푸시 운영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54132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v0.5 · 2026.05 · gs-safety-checklist.vercel.app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1472184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23544" y="154076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72184" y="1490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72184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선택 + 사번 입력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53128" y="123444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1472184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54076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39512" y="1490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점검 상태 확인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0456" y="123444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1472184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154076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06840" y="1490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06840" y="1892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또는 직접 점검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10896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3346704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" y="34152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72184" y="3364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접수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72184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불안전요소/자재누락 등록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53128" y="310896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3346704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90872" y="34152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39512" y="3364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확인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9512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결과와 처리 현황 조회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0456" y="310896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3346704"/>
            <a:ext cx="292608" cy="292608"/>
          </a:xfrm>
          <a:prstGeom prst="ellipse">
            <a:avLst/>
          </a:prstGeom>
          <a:solidFill>
            <a:srgbClr val="6D5BD0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58200" y="34152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006840" y="3364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06840" y="3767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작업자/푸시/접수 상태 운영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5394960"/>
            <a:ext cx="1028700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5472684"/>
            <a:ext cx="9957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PPT는 기능 설명보다 실제 조작 순서를 우선합니다. 각 화면의 빨간 번호를 오른쪽 설명과 맞춰 보세요.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작업자 로그인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1-worker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228" y="1097280"/>
            <a:ext cx="2302936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01803" y="244876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01803" y="251734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01803" y="314773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01803" y="321631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01803" y="3846698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01803" y="391527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순서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선택에서 본인 이름을 고릅니다.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 입력 칸에 본인 사번을 입력합니다.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로그인을 눌러 홈 화면으로 들어갑니다.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8368" y="5980176"/>
            <a:ext cx="763524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6057900"/>
            <a:ext cx="7306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사번이 없거나 틀리면 관리자에게 작업자 정보 등록 상태를 확인받습니다.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홈에서 오늘 상태 확인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2-hom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0705" y="1097280"/>
            <a:ext cx="196998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23294" y="194950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23294" y="201808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58191" y="194950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58191" y="201808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73388" y="194950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73388" y="201808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29486" y="259854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29486" y="266712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259692" y="4395887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59692" y="4464467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홈에서 할 일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 시작을 누릅니다.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발견 시 불안전요소 등록으로 갑니다.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자재가 없으면 자재누락 등록으로 갑니다.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8796528" y="3886200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96528" y="3954780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217152" y="385876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점검 완료율을 확인합니다.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8796528" y="4599432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96528" y="4668012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217152" y="457200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현황에서 호선 상태를 확인합니다.</a:t>
            </a:r>
            <a:endParaRPr lang="en-US" sz="1040" dirty="0"/>
          </a:p>
        </p:txBody>
      </p:sp>
      <p:sp>
        <p:nvSpPr>
          <p:cNvPr id="34" name="Shape 3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작업지시서에서 점검 시작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3-work-order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925" y="1097280"/>
            <a:ext cx="2297542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25343" y="204935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25343" y="211793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56417" y="3097804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56417" y="31663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45679" y="329750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45679" y="336608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점검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날짜의 작업지시서를 확인합니다.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포함된 작업 카드의 호선과 작업명을 봅니다.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대기 버튼을 눌러 점검을 시작합니다.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8368" y="5980176"/>
            <a:ext cx="763524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6057900"/>
            <a:ext cx="7306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등록 인원이 모두 제출하면 카드 상태가 점검 완료로 바뀝니다.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작업지시서가 없을 때 직접 선택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4-direct-work-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8950" y="1097280"/>
            <a:ext cx="1193492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39067" y="259854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39067" y="266712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27132" y="3197657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27132" y="3266237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327132" y="379677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27132" y="38653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점검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점검할 작업 유형을 선택합니다.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작업 호선을 선택합니다.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넘어가 점검을 계속합니다.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작업 준비와 공기구 확인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5-tool-prep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362" y="1097280"/>
            <a:ext cx="1868668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60705" y="234891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60705" y="241749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3746845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3815425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79392" y="499500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79392" y="506358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공기구 확인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준비 안내 문구를 확인합니다.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공기구와 장비를 현장에서 확인합니다.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준비가 끝나면 다음으로 이동합니다.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8368" y="5980176"/>
            <a:ext cx="763524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6057900"/>
            <a:ext cx="7306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기반 점검에서는 등록된 공기구가 잠긴 상태로 표시됩니다.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체크리스트 작성 후 제출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6-checklist-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362" y="1097280"/>
            <a:ext cx="1868668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79392" y="219913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79392" y="226771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3547140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36157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60705" y="5044928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60705" y="51135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순서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서약과 점검 항목을 확인합니다.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항목을 체크하고 필요한 내용을 입력합니다.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버튼을 눌러 점검 이력에 저장합니다.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불안전요소 호선 선택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7-unsafe-ship-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228" y="1097280"/>
            <a:ext cx="2302936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94539" y="289809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94539" y="296667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94539" y="404640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94539" y="411498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접수 시작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불안전요소가 발생한 호선을 선택합니다.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이동해 내용을 입력합니다.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불안전요소 내용 입력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8-unsafe-content-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7821" y="1097280"/>
            <a:ext cx="189575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79392" y="249868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79392" y="256726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379677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38653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79392" y="5094854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79392" y="516343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내용을 구체적으로 입력합니다.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사진을 첨부합니다.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단계로 넘어갑니다.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8368" y="5980176"/>
            <a:ext cx="763524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6057900"/>
            <a:ext cx="7306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후 지정된 작업자에게 불안전요소 푸시가 발송됩니다.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불안전요소 확인 후 제출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09-unsafe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679" y="1097280"/>
            <a:ext cx="199603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79392" y="284817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79392" y="291675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484522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491380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확인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호선, 내용, 사진이 맞는지 확인합니다.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버튼을 눌러 관리자 처리 목록에 접수합니다.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자재누락 호선 선택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10-material-ship-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228" y="1097280"/>
            <a:ext cx="2302936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94539" y="2948026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94539" y="301660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94539" y="404640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94539" y="411498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접수 시작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자재가 누락된 호선을 선택합니다.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이동해 자재 정보를 입력합니다.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자재누락 정보 입력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11-material-info-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645" y="1097280"/>
            <a:ext cx="2074103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79392" y="249868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79392" y="256726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3347436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34160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79392" y="444581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79392" y="451439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정보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자재명을 입력합니다.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수량과 상세 내용을 입력합니다.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사진을 첨부하고 확인 단계로 이동합니다.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자재누락 확인 후 제출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12-material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604" y="1097280"/>
            <a:ext cx="1958185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79392" y="284817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79392" y="291675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4945075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5013655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전 확인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호선, 자재명, 내용이 맞는지 확인합니다.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버튼을 눌러 관리자 처리 목록에 접수합니다.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점검 이력 조회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CLAUDE_VERSION\13-history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670" y="1097280"/>
            <a:ext cx="1774052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90689" y="2249058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90689" y="231763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79392" y="339736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79392" y="346594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79392" y="4645518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79392" y="471409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확인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이력 메뉴로 이동합니다.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날짜, 작업자, 호선 기준으로 확인합니다.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열어 제출 내용을 확인합니다.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서약 미완료자 알림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PLEDGE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8-p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44658"/>
            <a:ext cx="7644384" cy="42978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26504" y="271665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26504" y="278523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031370" y="271665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31370" y="278523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19820" y="2372821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820" y="2441401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 관리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서약 현황 표에서 미완료자를 확인합니다.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미완료자 알림 발송을 누릅니다.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문구 수정으로 안내 문구를 바꿉니다.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58368" y="5980176"/>
            <a:ext cx="763524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6057900"/>
            <a:ext cx="7306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알림은 표에서 미완료 상태인 작업자에게만 발송됩니다.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PLEDGE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작업자와 알림 기기 관리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10-manage-work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44658"/>
            <a:ext cx="7644384" cy="42978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67841" y="211494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67841" y="218352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96263" y="267367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6263" y="27422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184258" y="3060480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84258" y="31290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관리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메뉴에서 작업자 탭을 엽니다.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카드의 알림 배지를 확인합니다.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알림수정으로 기기명/상태/삭제를 관리합니다.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관리 &gt; 푸시 발송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11-manage-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44658"/>
            <a:ext cx="7644384" cy="42978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2948" y="2630693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02948" y="2699273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90488" y="2673672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90488" y="27422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90488" y="439281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90488" y="446139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13589" y="5037499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13589" y="5106079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푸시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내용을 입력합니다.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일반/주의/긴급/완료 스타일을 선택합니다.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구독/전체/선택 작업자 중 대상을 고릅니다.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8796528" y="3886200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96528" y="3954780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9217152" y="385876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 확인 후 즉시 발송합니다.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658368" y="5980176"/>
            <a:ext cx="7635240" cy="320040"/>
          </a:xfrm>
          <a:prstGeom prst="roundRect">
            <a:avLst>
              <a:gd name="adj" fmla="val 14286"/>
            </a:avLst>
          </a:prstGeom>
          <a:solidFill>
            <a:srgbClr val="E6F6F3"/>
          </a:solidFill>
          <a:ln w="12700">
            <a:solidFill>
              <a:srgbClr val="A7D9D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6057900"/>
            <a:ext cx="7306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모드와 조장/총무/관리 권한이 모두 필요합니다.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93776" y="47548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불안전요소 처리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291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760" dirty="0"/>
          </a:p>
        </p:txBody>
      </p:sp>
      <p:sp>
        <p:nvSpPr>
          <p:cNvPr id="5" name="Shape 3"/>
          <p:cNvSpPr/>
          <p:nvPr/>
        </p:nvSpPr>
        <p:spPr>
          <a:xfrm>
            <a:off x="530352" y="1024128"/>
            <a:ext cx="779068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9FB2C3">
                <a:alpha val="15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12-manage-un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44658"/>
            <a:ext cx="7644384" cy="42978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67841" y="2157928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67841" y="22265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419820" y="2286864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19820" y="235544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031370" y="2286864"/>
            <a:ext cx="292608" cy="292608"/>
          </a:xfrm>
          <a:prstGeom prst="ellipse">
            <a:avLst/>
          </a:prstGeom>
          <a:solidFill>
            <a:srgbClr val="DC2626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31370" y="235544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558784" y="1005840"/>
            <a:ext cx="3154680" cy="484632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96528" y="1225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96528" y="1746504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96528" y="1815084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17152" y="171907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메뉴에서 불안전요소 탭을 엽니다.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796528" y="2459736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2528316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217152" y="243230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 또는 이력 초기화를 수행합니다.</a:t>
            </a:r>
            <a:endParaRPr lang="en-US" sz="1040" dirty="0"/>
          </a:p>
        </p:txBody>
      </p:sp>
      <p:sp>
        <p:nvSpPr>
          <p:cNvPr id="21" name="Shape 18"/>
          <p:cNvSpPr/>
          <p:nvPr/>
        </p:nvSpPr>
        <p:spPr>
          <a:xfrm>
            <a:off x="8796528" y="3172968"/>
            <a:ext cx="301752" cy="3017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6528" y="3241548"/>
            <a:ext cx="301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217152" y="314553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버튼으로 관리자 직접 등록도 가능합니다.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전 마지막 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4672" y="1755648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242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98448" y="1810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상태가 온라인인지 확인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331720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4003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98448" y="23865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로그인과 사번 검증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2907792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29763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98448" y="29626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호선과 작업지시서가 맞는지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" y="3483864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355244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98448" y="35387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대상 작업자의 휴대폰 알림 등록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" y="4059936"/>
            <a:ext cx="292608" cy="292608"/>
          </a:xfrm>
          <a:prstGeom prst="ellipse">
            <a:avLst/>
          </a:prstGeom>
          <a:solidFill>
            <a:srgbClr val="0F766E"/>
          </a:solidFill>
          <a:ln w="2032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33415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1285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98448" y="4114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푸시는 테스트 문구와 구분해서 발송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34656" y="1353312"/>
            <a:ext cx="3337560" cy="2148840"/>
          </a:xfrm>
          <a:prstGeom prst="roundRect">
            <a:avLst>
              <a:gd name="adj" fmla="val 2128"/>
            </a:avLst>
          </a:prstGeom>
          <a:solidFill>
            <a:srgbClr val="112A3A"/>
          </a:solidFill>
          <a:ln w="12700">
            <a:solidFill>
              <a:srgbClr val="3151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0688" y="1682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주소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90688" y="2057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https://gs-safety-checklist.vercel.app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0.5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사용설명서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892040" y="65653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(주)지에스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 Safety Checklist 따라하기 사용설명서</dc:title>
  <dc:subject>GS 안전 체크리스트 따라하기 사용설명서</dc:subject>
  <dc:creator>GS Safety Checklist</dc:creator>
  <cp:lastModifiedBy>GS Safety Checklist</cp:lastModifiedBy>
  <cp:revision>1</cp:revision>
  <dcterms:created xsi:type="dcterms:W3CDTF">2026-05-25T14:07:14Z</dcterms:created>
  <dcterms:modified xsi:type="dcterms:W3CDTF">2026-05-25T14:07:14Z</dcterms:modified>
</cp:coreProperties>
</file>